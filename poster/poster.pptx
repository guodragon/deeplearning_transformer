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from Scratch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200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 Project 海报 | PyTorch Encoder-Decoder Transformer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3474720" cy="1234440"/>
          </a:xfrm>
          <a:prstGeom prst="rect">
            <a:avLst/>
          </a:prstGeom>
          <a:solidFill>
            <a:srgbClr val="16213A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核心模块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Embedding + Positional Encoding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Scaled Dot-Product Attention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Multi-Head Attention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Encoder / Decoder / Mask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325880"/>
            <a:ext cx="3474720" cy="1234440"/>
          </a:xfrm>
          <a:prstGeom prst="rect">
            <a:avLst/>
          </a:prstGeom>
          <a:solidFill>
            <a:srgbClr val="16213A"/>
          </a:solidFill>
          <a:ln w="12700">
            <a:solidFill>
              <a:srgbClr val="50D8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0" y="1444752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实验设置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Multi30k / 合成语料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d_model=256, heads=8, layers=3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Adam + NLLLoss + grad clip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Teacher Forcing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366760" y="1325880"/>
            <a:ext cx="3474720" cy="1234440"/>
          </a:xfrm>
          <a:prstGeom prst="rect">
            <a:avLst/>
          </a:prstGeom>
          <a:solidFill>
            <a:srgbClr val="16213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444752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结果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Best val loss: 2.0334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BLEU: 76.52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Reverse val acc: 92.58%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Total params: ~9.88M</a:t>
            </a:r>
            <a:endParaRPr lang="en-US" sz="1300" dirty="0"/>
          </a:p>
        </p:txBody>
      </p:sp>
      <p:pic>
        <p:nvPicPr>
          <p:cNvPr id="10" name="Image 0" descr="transformer/figures/translation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880360"/>
            <a:ext cx="5303520" cy="3200400"/>
          </a:xfrm>
          <a:prstGeom prst="rect">
            <a:avLst/>
          </a:prstGeom>
        </p:spPr>
      </p:pic>
      <p:pic>
        <p:nvPicPr>
          <p:cNvPr id="11" name="Image 1" descr="transformer/figures/reverse_lo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880360"/>
            <a:ext cx="5303520" cy="3200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" y="6355080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7F2"/>
                </a:solidFill>
              </a:rPr>
              <a:t>GitHub 结构：README / requirements / train.py / test.py / model.py / data / configs / results / figures / checkpoints / PPT / poster / report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Codex</dc:creator>
  <cp:lastModifiedBy>Codex</cp:lastModifiedBy>
  <cp:revision>1</cp:revision>
  <dcterms:created xsi:type="dcterms:W3CDTF">2026-05-28T09:28:43Z</dcterms:created>
  <dcterms:modified xsi:type="dcterms:W3CDTF">2026-05-28T09:28:43Z</dcterms:modified>
</cp:coreProperties>
</file>